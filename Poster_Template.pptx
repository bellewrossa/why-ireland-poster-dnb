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59" r:id="rId2"/>
    <p:sldId id="261" r:id="rId3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310"/>
    <a:srgbClr val="8CEA01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97"/>
  </p:normalViewPr>
  <p:slideViewPr>
    <p:cSldViewPr snapToGrid="0" snapToObjects="1" showGuides="1">
      <p:cViewPr varScale="1">
        <p:scale>
          <a:sx n="21" d="100"/>
          <a:sy n="21" d="100"/>
        </p:scale>
        <p:origin x="2304" y="264"/>
      </p:cViewPr>
      <p:guideLst>
        <p:guide orient="horz" pos="9536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9E168-EF44-DE4D-A24D-62516D38EDE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39EE9-8779-EE45-964B-5B31DA7A2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1pPr>
    <a:lvl2pPr marL="1239789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2pPr>
    <a:lvl3pPr marL="2479578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3pPr>
    <a:lvl4pPr marL="3719368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4pPr>
    <a:lvl5pPr marL="4959157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5pPr>
    <a:lvl6pPr marL="6198946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6pPr>
    <a:lvl7pPr marL="7438735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7pPr>
    <a:lvl8pPr marL="8678525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8pPr>
    <a:lvl9pPr marL="9918314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DA dark green">
    <p:bg>
      <p:bgPr>
        <a:solidFill>
          <a:srgbClr val="05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D0445B1-BF4B-7881-5E0D-BE52AD0E3862}"/>
              </a:ext>
            </a:extLst>
          </p:cNvPr>
          <p:cNvSpPr/>
          <p:nvPr userDrawn="1"/>
        </p:nvSpPr>
        <p:spPr>
          <a:xfrm>
            <a:off x="-1" y="27481427"/>
            <a:ext cx="21383625" cy="2793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EE3936-A52A-5A2E-D363-99CCFE543B9C}"/>
              </a:ext>
            </a:extLst>
          </p:cNvPr>
          <p:cNvGrpSpPr/>
          <p:nvPr userDrawn="1"/>
        </p:nvGrpSpPr>
        <p:grpSpPr>
          <a:xfrm>
            <a:off x="708698" y="28097950"/>
            <a:ext cx="5894606" cy="1630951"/>
            <a:chOff x="12154855" y="27664004"/>
            <a:chExt cx="8518270" cy="2356880"/>
          </a:xfrm>
        </p:grpSpPr>
        <p:pic>
          <p:nvPicPr>
            <p:cNvPr id="3" name="Picture 4" descr="Images and logos | UCD Smurfit School">
              <a:extLst>
                <a:ext uri="{FF2B5EF4-FFF2-40B4-BE49-F238E27FC236}">
                  <a16:creationId xmlns:a16="http://schemas.microsoft.com/office/drawing/2014/main" id="{51433145-B311-D849-5D9A-8585E4CE0BF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129"/>
            <a:stretch/>
          </p:blipFill>
          <p:spPr bwMode="auto">
            <a:xfrm>
              <a:off x="12154855" y="27710669"/>
              <a:ext cx="1667472" cy="23102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Images and logos | UCD Smurfit School">
              <a:extLst>
                <a:ext uri="{FF2B5EF4-FFF2-40B4-BE49-F238E27FC236}">
                  <a16:creationId xmlns:a16="http://schemas.microsoft.com/office/drawing/2014/main" id="{0454C48B-3626-591A-32C0-BF7C4236AA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42" t="16555" b="27295"/>
            <a:stretch/>
          </p:blipFill>
          <p:spPr bwMode="auto">
            <a:xfrm>
              <a:off x="13864858" y="27664004"/>
              <a:ext cx="6808267" cy="21368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DADC0A4-8245-A3D8-CC5B-114F3E27DC75}"/>
              </a:ext>
            </a:extLst>
          </p:cNvPr>
          <p:cNvGrpSpPr/>
          <p:nvPr userDrawn="1"/>
        </p:nvGrpSpPr>
        <p:grpSpPr>
          <a:xfrm>
            <a:off x="7303264" y="28343706"/>
            <a:ext cx="6738014" cy="1139438"/>
            <a:chOff x="6839441" y="28524001"/>
            <a:chExt cx="7733157" cy="1307722"/>
          </a:xfrm>
        </p:grpSpPr>
        <p:pic>
          <p:nvPicPr>
            <p:cNvPr id="6" name="Picture 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84348DDC-FF63-E14B-28E8-DFE6377FCA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l="12273"/>
            <a:stretch/>
          </p:blipFill>
          <p:spPr>
            <a:xfrm>
              <a:off x="7754109" y="28524001"/>
              <a:ext cx="6818489" cy="1307722"/>
            </a:xfrm>
            <a:prstGeom prst="rect">
              <a:avLst/>
            </a:prstGeom>
          </p:spPr>
        </p:pic>
        <p:pic>
          <p:nvPicPr>
            <p:cNvPr id="7" name="Picture 6" descr="A green logo with black background&#10;&#10;AI-generated content may be incorrect.">
              <a:extLst>
                <a:ext uri="{FF2B5EF4-FFF2-40B4-BE49-F238E27FC236}">
                  <a16:creationId xmlns:a16="http://schemas.microsoft.com/office/drawing/2014/main" id="{5D67BCC2-9D1C-391E-C873-E7CC9A7E98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6839441" y="28555193"/>
              <a:ext cx="914669" cy="925063"/>
            </a:xfrm>
            <a:prstGeom prst="rect">
              <a:avLst/>
            </a:prstGeom>
          </p:spPr>
        </p:pic>
      </p:grpSp>
      <p:pic>
        <p:nvPicPr>
          <p:cNvPr id="8" name="Picture 6" descr="Enterprise Ireland - Cyber Ireland">
            <a:extLst>
              <a:ext uri="{FF2B5EF4-FFF2-40B4-BE49-F238E27FC236}">
                <a16:creationId xmlns:a16="http://schemas.microsoft.com/office/drawing/2014/main" id="{3D7CEBAE-6420-1407-8744-841D198E38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2" y="28099277"/>
            <a:ext cx="6063906" cy="162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009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675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5ED7D47-6E83-165E-5CE5-A583C3A95367}"/>
              </a:ext>
            </a:extLst>
          </p:cNvPr>
          <p:cNvGrpSpPr/>
          <p:nvPr userDrawn="1"/>
        </p:nvGrpSpPr>
        <p:grpSpPr>
          <a:xfrm>
            <a:off x="708698" y="582823"/>
            <a:ext cx="5894606" cy="1630951"/>
            <a:chOff x="12154855" y="27664004"/>
            <a:chExt cx="8518270" cy="2356880"/>
          </a:xfrm>
        </p:grpSpPr>
        <p:pic>
          <p:nvPicPr>
            <p:cNvPr id="1028" name="Picture 4" descr="Images and logos | UCD Smurfit School">
              <a:extLst>
                <a:ext uri="{FF2B5EF4-FFF2-40B4-BE49-F238E27FC236}">
                  <a16:creationId xmlns:a16="http://schemas.microsoft.com/office/drawing/2014/main" id="{293FDF0B-7121-9C29-6A37-BA8BCCFD73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129"/>
            <a:stretch/>
          </p:blipFill>
          <p:spPr bwMode="auto">
            <a:xfrm>
              <a:off x="12154855" y="27710669"/>
              <a:ext cx="1667472" cy="23102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Images and logos | UCD Smurfit School">
              <a:extLst>
                <a:ext uri="{FF2B5EF4-FFF2-40B4-BE49-F238E27FC236}">
                  <a16:creationId xmlns:a16="http://schemas.microsoft.com/office/drawing/2014/main" id="{8CAE6BB7-A419-76F0-B5B7-E9422610379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42" t="16555" b="27295"/>
            <a:stretch/>
          </p:blipFill>
          <p:spPr bwMode="auto">
            <a:xfrm>
              <a:off x="13864858" y="27664004"/>
              <a:ext cx="6808267" cy="21368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75EE9C6-DACA-1CAF-A91C-D92370EE5A59}"/>
              </a:ext>
            </a:extLst>
          </p:cNvPr>
          <p:cNvGrpSpPr/>
          <p:nvPr userDrawn="1"/>
        </p:nvGrpSpPr>
        <p:grpSpPr>
          <a:xfrm>
            <a:off x="7303264" y="828579"/>
            <a:ext cx="6738014" cy="1139438"/>
            <a:chOff x="6839441" y="28524001"/>
            <a:chExt cx="7733157" cy="1307722"/>
          </a:xfrm>
        </p:grpSpPr>
        <p:pic>
          <p:nvPicPr>
            <p:cNvPr id="23" name="Picture 2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86C2CF59-1EE1-B564-DEF2-5E4DC58E92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l="12273"/>
            <a:stretch/>
          </p:blipFill>
          <p:spPr>
            <a:xfrm>
              <a:off x="7754109" y="28524001"/>
              <a:ext cx="6818489" cy="1307722"/>
            </a:xfrm>
            <a:prstGeom prst="rect">
              <a:avLst/>
            </a:prstGeom>
          </p:spPr>
        </p:pic>
        <p:pic>
          <p:nvPicPr>
            <p:cNvPr id="25" name="Picture 24" descr="A green logo with black background&#10;&#10;AI-generated content may be incorrect.">
              <a:extLst>
                <a:ext uri="{FF2B5EF4-FFF2-40B4-BE49-F238E27FC236}">
                  <a16:creationId xmlns:a16="http://schemas.microsoft.com/office/drawing/2014/main" id="{24537967-8370-99A7-1D82-143A2E4483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6839441" y="28555193"/>
              <a:ext cx="914669" cy="925063"/>
            </a:xfrm>
            <a:prstGeom prst="rect">
              <a:avLst/>
            </a:prstGeom>
          </p:spPr>
        </p:pic>
      </p:grpSp>
      <p:pic>
        <p:nvPicPr>
          <p:cNvPr id="1030" name="Picture 6" descr="Enterprise Ireland - Cyber Ireland">
            <a:extLst>
              <a:ext uri="{FF2B5EF4-FFF2-40B4-BE49-F238E27FC236}">
                <a16:creationId xmlns:a16="http://schemas.microsoft.com/office/drawing/2014/main" id="{B002E7B0-1EEC-FBF4-BCA2-F189EC78C6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2" y="584150"/>
            <a:ext cx="6063906" cy="162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149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675">
          <p15:clr>
            <a:srgbClr val="FBAE40"/>
          </p15:clr>
        </p15:guide>
        <p15:guide id="2" pos="673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55777-902A-8A45-A226-CB24531BD791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F4C9A-0E40-634E-8B62-0E9C1AAE7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7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5" userDrawn="1">
          <p15:clr>
            <a:srgbClr val="F26B43"/>
          </p15:clr>
        </p15:guide>
        <p15:guide id="2" pos="67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17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55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723</TotalTime>
  <Words>0</Words>
  <Application>Microsoft Macintosh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Allen Higgins</dc:creator>
  <cp:lastModifiedBy>Allen Higgins</cp:lastModifiedBy>
  <cp:revision>44</cp:revision>
  <cp:lastPrinted>2025-04-25T12:40:11Z</cp:lastPrinted>
  <dcterms:created xsi:type="dcterms:W3CDTF">2020-01-28T16:26:11Z</dcterms:created>
  <dcterms:modified xsi:type="dcterms:W3CDTF">2026-03-31T12:30:00Z</dcterms:modified>
</cp:coreProperties>
</file>